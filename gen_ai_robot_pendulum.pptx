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594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t>26/09/2006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Pierre</dc:creator>
  <dcterms:created xsi:type="dcterms:W3CDTF">2026-06-15T18:19:03Z</dcterms:created>
</cp:coreProperties>
</file>