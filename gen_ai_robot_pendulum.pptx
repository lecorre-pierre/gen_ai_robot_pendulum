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90" d="100"/>
          <a:sy n="90" d="100"/>
        </p:scale>
        <p:origin x="-96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24/06/2026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24/06/2026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24/06/2026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24/06/2026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24/06/2026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24/06/2026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39762"/>
            <a:ext cx="8229600" cy="43691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Robot inverse </a:t>
            </a:r>
            <a:r>
              <a:rPr lang="fr-FR" dirty="0" err="1" smtClean="0"/>
              <a:t>pendulum</a:t>
            </a: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0" y="548680"/>
          <a:ext cx="9144000" cy="659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1805"/>
                <a:gridCol w="696576"/>
                <a:gridCol w="5185619"/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Requirements</a:t>
                      </a:r>
                      <a:r>
                        <a:rPr lang="fr-FR" dirty="0" smtClean="0"/>
                        <a:t> management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5/5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Perfectly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understand</a:t>
                      </a:r>
                      <a:r>
                        <a:rPr lang="fr-FR" dirty="0" smtClean="0"/>
                        <a:t> the content of the robot and propose </a:t>
                      </a:r>
                      <a:r>
                        <a:rPr lang="fr-FR" dirty="0" err="1" smtClean="0"/>
                        <a:t>something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adequate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System </a:t>
                      </a:r>
                      <a:r>
                        <a:rPr lang="fr-FR" dirty="0" err="1" smtClean="0"/>
                        <a:t>view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5/5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Perfectly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understand</a:t>
                      </a:r>
                      <a:r>
                        <a:rPr lang="fr-FR" dirty="0" smtClean="0"/>
                        <a:t> the DK + </a:t>
                      </a:r>
                      <a:r>
                        <a:rPr lang="fr-FR" dirty="0" err="1" smtClean="0"/>
                        <a:t>motor</a:t>
                      </a:r>
                      <a:r>
                        <a:rPr lang="fr-FR" dirty="0" smtClean="0"/>
                        <a:t> control + </a:t>
                      </a:r>
                      <a:r>
                        <a:rPr lang="fr-FR" dirty="0" err="1" smtClean="0"/>
                        <a:t>motors</a:t>
                      </a:r>
                      <a:r>
                        <a:rPr lang="fr-FR" dirty="0" smtClean="0"/>
                        <a:t>/</a:t>
                      </a:r>
                      <a:r>
                        <a:rPr lang="fr-FR" dirty="0" err="1" smtClean="0"/>
                        <a:t>encoders</a:t>
                      </a:r>
                      <a:r>
                        <a:rPr lang="fr-FR" dirty="0" smtClean="0"/>
                        <a:t> and </a:t>
                      </a:r>
                      <a:r>
                        <a:rPr lang="fr-FR" dirty="0" err="1" smtClean="0"/>
                        <a:t>provide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high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level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view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Board</a:t>
                      </a:r>
                      <a:r>
                        <a:rPr lang="fr-FR" dirty="0" smtClean="0"/>
                        <a:t> interface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5/5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Mapped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precisely</a:t>
                      </a:r>
                      <a:r>
                        <a:rPr lang="fr-FR" dirty="0" smtClean="0"/>
                        <a:t> the system </a:t>
                      </a:r>
                      <a:r>
                        <a:rPr lang="fr-FR" dirty="0" err="1" smtClean="0"/>
                        <a:t>view</a:t>
                      </a:r>
                      <a:r>
                        <a:rPr lang="fr-FR" dirty="0" smtClean="0"/>
                        <a:t> to </a:t>
                      </a:r>
                      <a:r>
                        <a:rPr lang="fr-FR" dirty="0" err="1" smtClean="0"/>
                        <a:t>signals</a:t>
                      </a:r>
                      <a:r>
                        <a:rPr lang="fr-FR" dirty="0" smtClean="0"/>
                        <a:t> of </a:t>
                      </a:r>
                      <a:r>
                        <a:rPr lang="fr-FR" dirty="0" err="1" smtClean="0"/>
                        <a:t>each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boards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Pins allocation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7/5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Found</a:t>
                      </a:r>
                      <a:r>
                        <a:rPr lang="fr-FR" dirty="0" smtClean="0"/>
                        <a:t> a bug </a:t>
                      </a:r>
                      <a:r>
                        <a:rPr lang="fr-FR" dirty="0" err="1" smtClean="0"/>
                        <a:t>between</a:t>
                      </a:r>
                      <a:r>
                        <a:rPr lang="fr-FR" dirty="0" smtClean="0"/>
                        <a:t> the </a:t>
                      </a:r>
                      <a:r>
                        <a:rPr lang="fr-FR" dirty="0" err="1" smtClean="0"/>
                        <a:t>schematics</a:t>
                      </a:r>
                      <a:r>
                        <a:rPr lang="fr-FR" dirty="0" smtClean="0"/>
                        <a:t> and the RM on </a:t>
                      </a:r>
                      <a:r>
                        <a:rPr lang="fr-FR" dirty="0" err="1" smtClean="0"/>
                        <a:t>arduino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connector</a:t>
                      </a:r>
                      <a:endParaRPr lang="fr-FR" baseline="0" dirty="0" smtClean="0"/>
                    </a:p>
                    <a:p>
                      <a:r>
                        <a:rPr lang="fr-FR" baseline="0" dirty="0" err="1" smtClean="0"/>
                        <a:t>Find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limit</a:t>
                      </a:r>
                      <a:r>
                        <a:rPr lang="fr-FR" baseline="0" dirty="0" smtClean="0"/>
                        <a:t> of the DK: </a:t>
                      </a:r>
                      <a:r>
                        <a:rPr lang="fr-FR" baseline="0" dirty="0" err="1" smtClean="0"/>
                        <a:t>too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much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stuff</a:t>
                      </a:r>
                      <a:r>
                        <a:rPr lang="fr-FR" baseline="0" dirty="0" smtClean="0"/>
                        <a:t> =&gt; </a:t>
                      </a:r>
                      <a:r>
                        <a:rPr lang="fr-FR" baseline="0" dirty="0" err="1" smtClean="0"/>
                        <a:t>find</a:t>
                      </a:r>
                      <a:r>
                        <a:rPr lang="fr-FR" baseline="0" dirty="0" smtClean="0"/>
                        <a:t> a signal in the middle of the </a:t>
                      </a:r>
                      <a:r>
                        <a:rPr lang="fr-FR" baseline="0" dirty="0" err="1" smtClean="0"/>
                        <a:t>board</a:t>
                      </a:r>
                      <a:r>
                        <a:rPr lang="fr-FR" baseline="0" dirty="0" smtClean="0"/>
                        <a:t> to </a:t>
                      </a:r>
                      <a:r>
                        <a:rPr lang="fr-FR" baseline="0" dirty="0" err="1" smtClean="0"/>
                        <a:t>extract</a:t>
                      </a:r>
                      <a:r>
                        <a:rPr lang="fr-FR" baseline="0" dirty="0" smtClean="0"/>
                        <a:t> a </a:t>
                      </a:r>
                      <a:r>
                        <a:rPr lang="fr-FR" baseline="0" dirty="0" err="1" smtClean="0"/>
                        <a:t>missing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tim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channel</a:t>
                      </a:r>
                      <a:r>
                        <a:rPr lang="fr-FR" baseline="0" dirty="0" smtClean="0"/>
                        <a:t> not </a:t>
                      </a:r>
                      <a:r>
                        <a:rPr lang="fr-FR" baseline="0" dirty="0" err="1" smtClean="0"/>
                        <a:t>available</a:t>
                      </a:r>
                      <a:r>
                        <a:rPr lang="fr-FR" baseline="0" dirty="0" smtClean="0"/>
                        <a:t> on </a:t>
                      </a:r>
                      <a:r>
                        <a:rPr lang="fr-FR" baseline="0" dirty="0" err="1" smtClean="0"/>
                        <a:t>Arduino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conn</a:t>
                      </a:r>
                      <a:endParaRPr lang="fr-FR" baseline="0" dirty="0" smtClean="0"/>
                    </a:p>
                    <a:p>
                      <a:r>
                        <a:rPr lang="fr-FR" dirty="0" err="1" smtClean="0"/>
                        <a:t>Proposed</a:t>
                      </a:r>
                      <a:r>
                        <a:rPr lang="fr-FR" dirty="0" smtClean="0"/>
                        <a:t> all allocations, </a:t>
                      </a:r>
                      <a:r>
                        <a:rPr lang="fr-FR" dirty="0" err="1" smtClean="0"/>
                        <a:t>mapped</a:t>
                      </a:r>
                      <a:r>
                        <a:rPr lang="fr-FR" dirty="0" smtClean="0"/>
                        <a:t> pins/</a:t>
                      </a:r>
                      <a:r>
                        <a:rPr lang="fr-FR" dirty="0" err="1" smtClean="0"/>
                        <a:t>Arduino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connectors</a:t>
                      </a:r>
                      <a:r>
                        <a:rPr lang="fr-FR" dirty="0" smtClean="0"/>
                        <a:t> on </a:t>
                      </a:r>
                      <a:r>
                        <a:rPr lang="fr-FR" dirty="0" err="1" smtClean="0"/>
                        <a:t>each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cards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Edition of the </a:t>
                      </a:r>
                      <a:r>
                        <a:rPr lang="fr-FR" dirty="0" err="1" smtClean="0"/>
                        <a:t>ioc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(5/5)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Not </a:t>
                      </a:r>
                      <a:r>
                        <a:rPr lang="fr-FR" dirty="0" err="1" smtClean="0"/>
                        <a:t>used</a:t>
                      </a:r>
                      <a:r>
                        <a:rPr lang="fr-FR" dirty="0" smtClean="0"/>
                        <a:t> a lot but </a:t>
                      </a:r>
                      <a:r>
                        <a:rPr lang="fr-FR" dirty="0" err="1" smtClean="0"/>
                        <a:t>visually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it</a:t>
                      </a:r>
                      <a:r>
                        <a:rPr lang="fr-FR" dirty="0" smtClean="0"/>
                        <a:t> has </a:t>
                      </a:r>
                      <a:r>
                        <a:rPr lang="fr-FR" dirty="0" err="1" smtClean="0"/>
                        <a:t>done</a:t>
                      </a:r>
                      <a:r>
                        <a:rPr lang="fr-FR" baseline="0" dirty="0" smtClean="0"/>
                        <a:t> the job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Creation</a:t>
                      </a:r>
                      <a:r>
                        <a:rPr lang="fr-FR" dirty="0" smtClean="0"/>
                        <a:t> of the compilation </a:t>
                      </a:r>
                      <a:r>
                        <a:rPr lang="fr-FR" dirty="0" err="1" smtClean="0"/>
                        <a:t>chain</a:t>
                      </a:r>
                      <a:r>
                        <a:rPr lang="fr-FR" baseline="0" dirty="0" smtClean="0"/>
                        <a:t> (STM32CubeIDE files)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0/5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Not possible to </a:t>
                      </a:r>
                      <a:r>
                        <a:rPr lang="fr-FR" dirty="0" err="1" smtClean="0"/>
                        <a:t>create</a:t>
                      </a:r>
                      <a:r>
                        <a:rPr lang="fr-FR" dirty="0" smtClean="0"/>
                        <a:t> the .</a:t>
                      </a:r>
                      <a:r>
                        <a:rPr lang="fr-FR" dirty="0" err="1" smtClean="0"/>
                        <a:t>cproject</a:t>
                      </a:r>
                      <a:r>
                        <a:rPr lang="fr-FR" dirty="0" smtClean="0"/>
                        <a:t> and .</a:t>
                      </a:r>
                      <a:r>
                        <a:rPr lang="fr-FR" dirty="0" err="1" smtClean="0"/>
                        <a:t>project</a:t>
                      </a:r>
                      <a:r>
                        <a:rPr lang="fr-FR" dirty="0" smtClean="0"/>
                        <a:t>.</a:t>
                      </a:r>
                    </a:p>
                    <a:p>
                      <a:r>
                        <a:rPr lang="fr-FR" dirty="0" err="1" smtClean="0"/>
                        <a:t>Create</a:t>
                      </a:r>
                      <a:r>
                        <a:rPr lang="fr-FR" dirty="0" smtClean="0"/>
                        <a:t> an </a:t>
                      </a:r>
                      <a:r>
                        <a:rPr lang="fr-FR" dirty="0" err="1" smtClean="0"/>
                        <a:t>empty</a:t>
                      </a:r>
                      <a:r>
                        <a:rPr lang="fr-FR" dirty="0" smtClean="0"/>
                        <a:t> one and </a:t>
                      </a:r>
                      <a:r>
                        <a:rPr lang="fr-FR" dirty="0" err="1" smtClean="0"/>
                        <a:t>then</a:t>
                      </a:r>
                      <a:r>
                        <a:rPr lang="fr-FR" dirty="0" smtClean="0"/>
                        <a:t> able to ADD/REMOVE files</a:t>
                      </a:r>
                      <a:r>
                        <a:rPr lang="fr-FR" baseline="0" dirty="0" smtClean="0"/>
                        <a:t> or options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Generation</a:t>
                      </a:r>
                      <a:r>
                        <a:rPr lang="fr-FR" dirty="0" smtClean="0"/>
                        <a:t> of C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5/5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No issue to </a:t>
                      </a:r>
                      <a:r>
                        <a:rPr lang="fr-FR" dirty="0" err="1" smtClean="0"/>
                        <a:t>generate</a:t>
                      </a:r>
                      <a:r>
                        <a:rPr lang="fr-FR" dirty="0" smtClean="0"/>
                        <a:t> all aspects of the </a:t>
                      </a:r>
                      <a:r>
                        <a:rPr lang="fr-FR" dirty="0" err="1" smtClean="0"/>
                        <a:t>project</a:t>
                      </a:r>
                      <a:r>
                        <a:rPr lang="fr-FR" dirty="0" smtClean="0"/>
                        <a:t>.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FreeRTOS</a:t>
                      </a:r>
                      <a:r>
                        <a:rPr lang="fr-FR" baseline="0" dirty="0" smtClean="0"/>
                        <a:t> + </a:t>
                      </a:r>
                      <a:r>
                        <a:rPr lang="fr-FR" baseline="0" dirty="0" err="1" smtClean="0"/>
                        <a:t>algo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39762"/>
            <a:ext cx="8229600" cy="43691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Robot inverse </a:t>
            </a:r>
            <a:r>
              <a:rPr lang="fr-FR" dirty="0" err="1" smtClean="0"/>
              <a:t>pendulum</a:t>
            </a: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107503" y="548680"/>
          <a:ext cx="9036497" cy="578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457"/>
                <a:gridCol w="688387"/>
                <a:gridCol w="5124653"/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Generation</a:t>
                      </a:r>
                      <a:r>
                        <a:rPr lang="fr-FR" dirty="0" smtClean="0"/>
                        <a:t> of python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5/5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Propose and </a:t>
                      </a:r>
                      <a:r>
                        <a:rPr lang="fr-FR" dirty="0" err="1" smtClean="0"/>
                        <a:t>implement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very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high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quality</a:t>
                      </a:r>
                      <a:r>
                        <a:rPr lang="fr-FR" dirty="0" smtClean="0"/>
                        <a:t> interfaces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Generation</a:t>
                      </a:r>
                      <a:r>
                        <a:rPr lang="fr-FR" dirty="0" smtClean="0"/>
                        <a:t> of </a:t>
                      </a:r>
                      <a:r>
                        <a:rPr lang="fr-FR" dirty="0" err="1" smtClean="0"/>
                        <a:t>unitary</a:t>
                      </a:r>
                      <a:r>
                        <a:rPr lang="fr-FR" dirty="0" smtClean="0"/>
                        <a:t> test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4.9/5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Propose </a:t>
                      </a:r>
                      <a:r>
                        <a:rPr lang="fr-FR" dirty="0" err="1" smtClean="0"/>
                        <a:t>dedicated</a:t>
                      </a:r>
                      <a:r>
                        <a:rPr lang="fr-FR" dirty="0" smtClean="0"/>
                        <a:t> interface in the </a:t>
                      </a:r>
                      <a:r>
                        <a:rPr lang="fr-FR" dirty="0" err="1" smtClean="0"/>
                        <a:t>small</a:t>
                      </a:r>
                      <a:r>
                        <a:rPr lang="fr-FR" dirty="0" smtClean="0"/>
                        <a:t> DK </a:t>
                      </a:r>
                      <a:r>
                        <a:rPr lang="fr-FR" dirty="0" err="1" smtClean="0"/>
                        <a:t>screen</a:t>
                      </a:r>
                      <a:r>
                        <a:rPr lang="fr-FR" dirty="0" smtClean="0"/>
                        <a:t> for </a:t>
                      </a:r>
                      <a:r>
                        <a:rPr lang="fr-FR" dirty="0" err="1" smtClean="0"/>
                        <a:t>each</a:t>
                      </a:r>
                      <a:r>
                        <a:rPr lang="fr-FR" dirty="0" smtClean="0"/>
                        <a:t> aspect of the robot  (</a:t>
                      </a:r>
                      <a:r>
                        <a:rPr lang="fr-FR" dirty="0" err="1" smtClean="0"/>
                        <a:t>motor</a:t>
                      </a:r>
                      <a:r>
                        <a:rPr lang="fr-FR" dirty="0" smtClean="0"/>
                        <a:t>, encoder, TOF) + </a:t>
                      </a:r>
                      <a:r>
                        <a:rPr lang="fr-FR" dirty="0" err="1" smtClean="0"/>
                        <a:t>dedicated</a:t>
                      </a:r>
                      <a:r>
                        <a:rPr lang="fr-FR" dirty="0" smtClean="0"/>
                        <a:t> python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telemetry</a:t>
                      </a:r>
                      <a:r>
                        <a:rPr lang="fr-FR" baseline="0" dirty="0" smtClean="0"/>
                        <a:t> and </a:t>
                      </a:r>
                      <a:r>
                        <a:rPr lang="fr-FR" baseline="0" dirty="0" err="1" smtClean="0"/>
                        <a:t>access</a:t>
                      </a:r>
                      <a:r>
                        <a:rPr lang="fr-FR" baseline="0" dirty="0" smtClean="0"/>
                        <a:t> if </a:t>
                      </a:r>
                      <a:r>
                        <a:rPr lang="fr-FR" baseline="0" dirty="0" err="1" smtClean="0"/>
                        <a:t>required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with</a:t>
                      </a:r>
                      <a:r>
                        <a:rPr lang="fr-FR" baseline="0" dirty="0" smtClean="0"/>
                        <a:t> python GUI.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Generation</a:t>
                      </a:r>
                      <a:r>
                        <a:rPr lang="fr-FR" dirty="0" smtClean="0"/>
                        <a:t> of the </a:t>
                      </a:r>
                      <a:r>
                        <a:rPr lang="fr-FR" dirty="0" err="1" smtClean="0"/>
                        <a:t>complete</a:t>
                      </a:r>
                      <a:r>
                        <a:rPr lang="fr-FR" baseline="0" dirty="0" smtClean="0"/>
                        <a:t> application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4,9/5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All aspect of the C code </a:t>
                      </a:r>
                      <a:r>
                        <a:rPr lang="fr-FR" dirty="0" err="1" smtClean="0"/>
                        <a:t>is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masterised</a:t>
                      </a:r>
                      <a:r>
                        <a:rPr lang="fr-FR" dirty="0" smtClean="0"/>
                        <a:t>.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Debugging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IDK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Not </a:t>
                      </a:r>
                      <a:r>
                        <a:rPr lang="fr-FR" dirty="0" err="1" smtClean="0"/>
                        <a:t>done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it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with</a:t>
                      </a:r>
                      <a:r>
                        <a:rPr lang="fr-FR" dirty="0" smtClean="0"/>
                        <a:t> IA as not </a:t>
                      </a:r>
                      <a:r>
                        <a:rPr lang="fr-FR" dirty="0" err="1" smtClean="0"/>
                        <a:t>done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it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almost</a:t>
                      </a:r>
                      <a:r>
                        <a:rPr lang="fr-FR" dirty="0" smtClean="0"/>
                        <a:t>.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Tips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4,9/5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In all </a:t>
                      </a:r>
                      <a:r>
                        <a:rPr lang="fr-FR" dirty="0" err="1" smtClean="0"/>
                        <a:t>apsects</a:t>
                      </a:r>
                      <a:r>
                        <a:rPr lang="fr-FR" dirty="0" smtClean="0"/>
                        <a:t>, </a:t>
                      </a:r>
                      <a:r>
                        <a:rPr lang="fr-FR" dirty="0" err="1" smtClean="0"/>
                        <a:t>theory</a:t>
                      </a:r>
                      <a:r>
                        <a:rPr lang="fr-FR" dirty="0" smtClean="0"/>
                        <a:t> of </a:t>
                      </a:r>
                      <a:r>
                        <a:rPr lang="fr-FR" dirty="0" err="1" smtClean="0"/>
                        <a:t>pendulum</a:t>
                      </a:r>
                      <a:r>
                        <a:rPr lang="fr-FR" dirty="0" smtClean="0"/>
                        <a:t>, </a:t>
                      </a:r>
                      <a:r>
                        <a:rPr lang="fr-FR" dirty="0" err="1" smtClean="0"/>
                        <a:t>telemetry</a:t>
                      </a:r>
                      <a:r>
                        <a:rPr lang="fr-FR" dirty="0" smtClean="0"/>
                        <a:t>, power, </a:t>
                      </a:r>
                      <a:r>
                        <a:rPr lang="fr-FR" dirty="0" err="1" smtClean="0"/>
                        <a:t>practical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it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is</a:t>
                      </a:r>
                      <a:r>
                        <a:rPr lang="fr-FR" dirty="0" smtClean="0"/>
                        <a:t> exact.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 gridSpan="3">
                  <a:txBody>
                    <a:bodyPr/>
                    <a:lstStyle/>
                    <a:p>
                      <a:r>
                        <a:rPr lang="fr-FR" dirty="0" smtClean="0"/>
                        <a:t>But</a:t>
                      </a:r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fr-FR" dirty="0" err="1" smtClean="0"/>
                        <a:t>Spend</a:t>
                      </a:r>
                      <a:r>
                        <a:rPr lang="fr-FR" dirty="0" smtClean="0"/>
                        <a:t> 2 </a:t>
                      </a:r>
                      <a:r>
                        <a:rPr lang="fr-FR" dirty="0" err="1" smtClean="0"/>
                        <a:t>weeks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trying</a:t>
                      </a:r>
                      <a:r>
                        <a:rPr lang="fr-FR" baseline="0" dirty="0" smtClean="0"/>
                        <a:t> to </a:t>
                      </a:r>
                      <a:r>
                        <a:rPr lang="fr-FR" baseline="0" dirty="0" err="1" smtClean="0"/>
                        <a:t>make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it</a:t>
                      </a:r>
                      <a:r>
                        <a:rPr lang="fr-FR" baseline="0" dirty="0" smtClean="0"/>
                        <a:t> stand on </a:t>
                      </a:r>
                      <a:r>
                        <a:rPr lang="fr-FR" baseline="0" dirty="0" err="1" smtClean="0"/>
                        <a:t>his</a:t>
                      </a:r>
                      <a:r>
                        <a:rPr lang="fr-FR" baseline="0" dirty="0" smtClean="0"/>
                        <a:t> 2 </a:t>
                      </a:r>
                      <a:r>
                        <a:rPr lang="fr-FR" baseline="0" dirty="0" err="1" smtClean="0"/>
                        <a:t>wheel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Tested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manually</a:t>
                      </a:r>
                      <a:r>
                        <a:rPr lang="fr-FR" dirty="0" smtClean="0"/>
                        <a:t> to set the PID</a:t>
                      </a:r>
                    </a:p>
                    <a:p>
                      <a:r>
                        <a:rPr lang="fr-FR" dirty="0" err="1" smtClean="0"/>
                        <a:t>Tested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programmatically</a:t>
                      </a:r>
                      <a:r>
                        <a:rPr lang="fr-FR" dirty="0" smtClean="0"/>
                        <a:t> to set the </a:t>
                      </a:r>
                      <a:r>
                        <a:rPr lang="fr-FR" dirty="0" err="1" smtClean="0"/>
                        <a:t>pid</a:t>
                      </a:r>
                      <a:endParaRPr lang="fr-FR" dirty="0" smtClean="0"/>
                    </a:p>
                    <a:p>
                      <a:r>
                        <a:rPr lang="fr-FR" dirty="0" err="1" smtClean="0"/>
                        <a:t>Tested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with</a:t>
                      </a:r>
                      <a:r>
                        <a:rPr lang="fr-FR" dirty="0" smtClean="0"/>
                        <a:t> MCP to set the PID</a:t>
                      </a:r>
                    </a:p>
                    <a:p>
                      <a:r>
                        <a:rPr lang="fr-FR" dirty="0" err="1" smtClean="0"/>
                        <a:t>Tested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with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theory</a:t>
                      </a:r>
                      <a:r>
                        <a:rPr lang="fr-FR" dirty="0" smtClean="0"/>
                        <a:t> by </a:t>
                      </a:r>
                      <a:r>
                        <a:rPr lang="fr-FR" dirty="0" err="1" smtClean="0"/>
                        <a:t>characterising</a:t>
                      </a:r>
                      <a:r>
                        <a:rPr lang="fr-FR" baseline="0" dirty="0" smtClean="0"/>
                        <a:t> the robot</a:t>
                      </a: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Snipping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tool</a:t>
                      </a:r>
                      <a:r>
                        <a:rPr lang="fr-FR" dirty="0" smtClean="0"/>
                        <a:t> of the </a:t>
                      </a:r>
                      <a:r>
                        <a:rPr lang="fr-FR" dirty="0" err="1" smtClean="0"/>
                        <a:t>telemetry</a:t>
                      </a:r>
                      <a:r>
                        <a:rPr lang="fr-FR" dirty="0" smtClean="0"/>
                        <a:t> of the angle and </a:t>
                      </a:r>
                      <a:r>
                        <a:rPr lang="fr-FR" dirty="0" err="1" smtClean="0"/>
                        <a:t>immediatly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spotted</a:t>
                      </a:r>
                      <a:r>
                        <a:rPr lang="fr-FR" dirty="0" smtClean="0"/>
                        <a:t> an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erroneous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sign</a:t>
                      </a:r>
                      <a:r>
                        <a:rPr lang="fr-FR" baseline="0" dirty="0" smtClean="0"/>
                        <a:t> and </a:t>
                      </a:r>
                      <a:r>
                        <a:rPr lang="fr-FR" baseline="0" dirty="0" err="1" smtClean="0"/>
                        <a:t>solve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it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MCP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Created</a:t>
            </a:r>
            <a:r>
              <a:rPr lang="fr-FR" dirty="0" smtClean="0"/>
              <a:t> a MCP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access</a:t>
            </a:r>
            <a:r>
              <a:rPr lang="fr-FR" dirty="0" smtClean="0"/>
              <a:t> to Claude </a:t>
            </a:r>
            <a:r>
              <a:rPr lang="fr-FR" dirty="0" err="1" smtClean="0"/>
              <a:t>directly</a:t>
            </a:r>
            <a:r>
              <a:rPr lang="fr-FR" dirty="0" smtClean="0"/>
              <a:t> the full control of the robot.</a:t>
            </a:r>
          </a:p>
          <a:p>
            <a:r>
              <a:rPr lang="fr-FR" dirty="0" smtClean="0"/>
              <a:t>Good: </a:t>
            </a:r>
            <a:r>
              <a:rPr lang="fr-FR" dirty="0" err="1" smtClean="0"/>
              <a:t>can</a:t>
            </a:r>
            <a:r>
              <a:rPr lang="fr-FR" dirty="0" smtClean="0"/>
              <a:t> set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parameter</a:t>
            </a:r>
            <a:endParaRPr lang="fr-FR" dirty="0" smtClean="0"/>
          </a:p>
          <a:p>
            <a:r>
              <a:rPr lang="fr-FR" dirty="0" smtClean="0"/>
              <a:t>Not So Good: as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think</a:t>
            </a:r>
            <a:r>
              <a:rPr lang="fr-FR" dirty="0" smtClean="0"/>
              <a:t> a lot,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thinks</a:t>
            </a:r>
            <a:r>
              <a:rPr lang="fr-FR" dirty="0" smtClean="0"/>
              <a:t> </a:t>
            </a:r>
            <a:r>
              <a:rPr lang="fr-FR" dirty="0" err="1" smtClean="0"/>
              <a:t>after</a:t>
            </a:r>
            <a:r>
              <a:rPr lang="fr-FR" dirty="0" smtClean="0"/>
              <a:t> </a:t>
            </a:r>
            <a:r>
              <a:rPr lang="fr-FR" dirty="0" err="1" smtClean="0"/>
              <a:t>each</a:t>
            </a:r>
            <a:r>
              <a:rPr lang="fr-FR" dirty="0" smtClean="0"/>
              <a:t> action </a:t>
            </a:r>
            <a:r>
              <a:rPr lang="fr-FR" dirty="0" err="1" smtClean="0"/>
              <a:t>he</a:t>
            </a:r>
            <a:r>
              <a:rPr lang="fr-FR" dirty="0" smtClean="0"/>
              <a:t> do </a:t>
            </a:r>
            <a:r>
              <a:rPr lang="fr-FR" dirty="0" err="1" smtClean="0"/>
              <a:t>slowing</a:t>
            </a:r>
            <a:r>
              <a:rPr lang="fr-FR" dirty="0" smtClean="0"/>
              <a:t> down the </a:t>
            </a:r>
            <a:r>
              <a:rPr lang="fr-FR" dirty="0" err="1" smtClean="0"/>
              <a:t>process</a:t>
            </a:r>
            <a:r>
              <a:rPr lang="fr-FR" smtClean="0"/>
              <a:t> a lot.</a:t>
            </a:r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3348" y="980728"/>
            <a:ext cx="9753900" cy="4991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800200" cy="3469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0"/>
            <a:ext cx="1564680" cy="364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91880" y="0"/>
            <a:ext cx="1596578" cy="362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48064" y="0"/>
            <a:ext cx="1520722" cy="3573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76672"/>
            <a:ext cx="8435826" cy="4710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28800"/>
            <a:ext cx="5314950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4365104"/>
            <a:ext cx="561022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133850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140968"/>
            <a:ext cx="815498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2636912"/>
            <a:ext cx="8021637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81700" y="0"/>
            <a:ext cx="3162300" cy="698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5863010" cy="383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4149080"/>
            <a:ext cx="4752528" cy="1529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372</Words>
  <Application>Microsoft Office PowerPoint</Application>
  <PresentationFormat>Affichage à l'écran (4:3)</PresentationFormat>
  <Paragraphs>52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Robot inverse pendulum</vt:lpstr>
      <vt:lpstr>Robot inverse pendulum</vt:lpstr>
      <vt:lpstr>MCP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Pierre</dc:creator>
  <cp:lastModifiedBy>Pierre</cp:lastModifiedBy>
  <cp:revision>37</cp:revision>
  <dcterms:created xsi:type="dcterms:W3CDTF">2026-06-15T18:19:03Z</dcterms:created>
  <dcterms:modified xsi:type="dcterms:W3CDTF">2026-06-24T19:54:34Z</dcterms:modified>
</cp:coreProperties>
</file>